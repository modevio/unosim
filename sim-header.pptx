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32"/>
    <p:restoredTop sz="94778"/>
  </p:normalViewPr>
  <p:slideViewPr>
    <p:cSldViewPr snapToGrid="0">
      <p:cViewPr varScale="1">
        <p:scale>
          <a:sx n="115" d="100"/>
          <a:sy n="115" d="100"/>
        </p:scale>
        <p:origin x="20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A2B-80D8-6E4C-8292-D40DD589048F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C65-F26F-284E-9DE1-88D379F565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008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A2B-80D8-6E4C-8292-D40DD589048F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C65-F26F-284E-9DE1-88D379F565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2016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A2B-80D8-6E4C-8292-D40DD589048F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C65-F26F-284E-9DE1-88D379F565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7379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A2B-80D8-6E4C-8292-D40DD589048F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C65-F26F-284E-9DE1-88D379F565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6724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A2B-80D8-6E4C-8292-D40DD589048F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C65-F26F-284E-9DE1-88D379F565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54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A2B-80D8-6E4C-8292-D40DD589048F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C65-F26F-284E-9DE1-88D379F565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0627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A2B-80D8-6E4C-8292-D40DD589048F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C65-F26F-284E-9DE1-88D379F565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3862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A2B-80D8-6E4C-8292-D40DD589048F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C65-F26F-284E-9DE1-88D379F565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745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A2B-80D8-6E4C-8292-D40DD589048F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C65-F26F-284E-9DE1-88D379F565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9268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A2B-80D8-6E4C-8292-D40DD589048F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C65-F26F-284E-9DE1-88D379F565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6700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30A2B-80D8-6E4C-8292-D40DD589048F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C65-F26F-284E-9DE1-88D379F565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30A2B-80D8-6E4C-8292-D40DD589048F}" type="datetimeFigureOut">
              <a:rPr lang="de-DE" smtClean="0"/>
              <a:t>20.04.26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B8C65-F26F-284E-9DE1-88D379F565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2901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37E136FD-2422-67FC-474C-5E08B6C85532}"/>
              </a:ext>
            </a:extLst>
          </p:cNvPr>
          <p:cNvSpPr/>
          <p:nvPr/>
        </p:nvSpPr>
        <p:spPr>
          <a:xfrm>
            <a:off x="2172069" y="3127822"/>
            <a:ext cx="2544897" cy="44067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HTTP: </a:t>
            </a:r>
            <a:r>
              <a:rPr lang="de-DE" dirty="0"/>
              <a:t>⚪</a:t>
            </a:r>
            <a:r>
              <a:rPr lang="de-DE" dirty="0">
                <a:solidFill>
                  <a:schemeClr val="tx1"/>
                </a:solidFill>
              </a:rPr>
              <a:t>  |  SLOT: #3/10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DB1E0B1-B806-19F0-EC39-0A959F0DA191}"/>
              </a:ext>
            </a:extLst>
          </p:cNvPr>
          <p:cNvSpPr txBox="1"/>
          <p:nvPr/>
        </p:nvSpPr>
        <p:spPr>
          <a:xfrm>
            <a:off x="2278158" y="3010363"/>
            <a:ext cx="822597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de-DE" sz="1200" dirty="0" err="1"/>
              <a:t>Compilation</a:t>
            </a:r>
            <a:endParaRPr lang="de-DE" sz="12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5AA8028-2E42-A59F-694E-DC413E1D908C}"/>
              </a:ext>
            </a:extLst>
          </p:cNvPr>
          <p:cNvSpPr/>
          <p:nvPr/>
        </p:nvSpPr>
        <p:spPr>
          <a:xfrm>
            <a:off x="4861443" y="3127820"/>
            <a:ext cx="3800818" cy="44067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WS: 🟢  |  DOCKER | #3/100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7535E9C-0C48-A498-90E0-DFE37C80525D}"/>
              </a:ext>
            </a:extLst>
          </p:cNvPr>
          <p:cNvSpPr/>
          <p:nvPr/>
        </p:nvSpPr>
        <p:spPr>
          <a:xfrm>
            <a:off x="237986" y="3127820"/>
            <a:ext cx="1789606" cy="44067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>
                <a:solidFill>
                  <a:schemeClr val="tx1"/>
                </a:solidFill>
              </a:rPr>
              <a:t>RUNNING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836AF76-13CA-E9A9-8A43-B70637680135}"/>
              </a:ext>
            </a:extLst>
          </p:cNvPr>
          <p:cNvSpPr txBox="1"/>
          <p:nvPr/>
        </p:nvSpPr>
        <p:spPr>
          <a:xfrm>
            <a:off x="176392" y="3730556"/>
            <a:ext cx="21017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0" i="0" dirty="0">
                <a:effectLst/>
                <a:latin typeface="SF Mono"/>
              </a:rPr>
              <a:t>Zustände: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0" i="0" dirty="0">
                <a:effectLst/>
                <a:latin typeface="SF Mono"/>
              </a:rPr>
              <a:t>IDLE</a:t>
            </a:r>
            <a:r>
              <a:rPr lang="de-DE" sz="1200" b="0" i="0" dirty="0">
                <a:effectLst/>
                <a:latin typeface="-apple-system"/>
              </a:rPr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SF Mono"/>
              </a:rPr>
              <a:t>QUEUED_FOR_COMPILING</a:t>
            </a:r>
            <a:r>
              <a:rPr lang="de-DE" sz="1200" dirty="0">
                <a:latin typeface="-apple-system"/>
              </a:rPr>
              <a:t>,</a:t>
            </a:r>
            <a:endParaRPr lang="de-DE" sz="1200" b="0" i="0" dirty="0">
              <a:effectLst/>
              <a:latin typeface="-apple-system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SF Mono"/>
              </a:rPr>
              <a:t>COMPILING</a:t>
            </a:r>
            <a:r>
              <a:rPr lang="de-DE" sz="1200" dirty="0">
                <a:latin typeface="-apple-system"/>
              </a:rPr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SF Mono"/>
              </a:rPr>
              <a:t>QUEUED_FOR_RUNNING</a:t>
            </a:r>
            <a:r>
              <a:rPr lang="de-DE" sz="1200" dirty="0">
                <a:latin typeface="-apple-system"/>
              </a:rPr>
              <a:t>,</a:t>
            </a:r>
            <a:endParaRPr lang="de-DE" sz="1200" b="0" i="0" dirty="0">
              <a:effectLst/>
              <a:latin typeface="-apple-system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0" i="0" dirty="0">
                <a:effectLst/>
                <a:latin typeface="SF Mono"/>
              </a:rPr>
              <a:t>RUNNING</a:t>
            </a:r>
            <a:r>
              <a:rPr lang="de-DE" sz="1200" b="0" i="0" dirty="0">
                <a:effectLst/>
                <a:latin typeface="-apple-system"/>
              </a:rPr>
              <a:t>,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b="0" i="0" dirty="0">
                <a:effectLst/>
                <a:latin typeface="SF Mono"/>
              </a:rPr>
              <a:t>PAUSED</a:t>
            </a:r>
            <a:endParaRPr lang="de-DE" sz="1200" b="0" i="0" dirty="0">
              <a:effectLst/>
              <a:latin typeface="-apple-system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8CCF7A5-619B-03A6-BF92-6991774CA1D6}"/>
              </a:ext>
            </a:extLst>
          </p:cNvPr>
          <p:cNvSpPr txBox="1"/>
          <p:nvPr/>
        </p:nvSpPr>
        <p:spPr>
          <a:xfrm>
            <a:off x="332003" y="3033924"/>
            <a:ext cx="399148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de-DE" dirty="0"/>
              <a:t>Client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45B26A3-878E-1244-BE4C-156C10986E53}"/>
              </a:ext>
            </a:extLst>
          </p:cNvPr>
          <p:cNvSpPr txBox="1"/>
          <p:nvPr/>
        </p:nvSpPr>
        <p:spPr>
          <a:xfrm>
            <a:off x="4967532" y="3033923"/>
            <a:ext cx="718402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de-DE" sz="1200" dirty="0"/>
              <a:t>Simulation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51D79FE-775A-5104-A8A5-703B7857098B}"/>
              </a:ext>
            </a:extLst>
          </p:cNvPr>
          <p:cNvSpPr txBox="1"/>
          <p:nvPr/>
        </p:nvSpPr>
        <p:spPr>
          <a:xfrm>
            <a:off x="2172068" y="3670092"/>
            <a:ext cx="254489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HTTP-Indikator (Punkt): </a:t>
            </a:r>
          </a:p>
          <a:p>
            <a:r>
              <a:rPr lang="de-DE" sz="1200" dirty="0"/>
              <a:t>-⚪ Grau: Keine aktive Anfrage.</a:t>
            </a:r>
          </a:p>
          <a:p>
            <a:r>
              <a:rPr lang="de-DE" sz="1200" dirty="0"/>
              <a:t>-🔵 Blau (blinkend): Übertragung/Warten auf Antwort vom Compiler-Service.</a:t>
            </a:r>
          </a:p>
          <a:p>
            <a:r>
              <a:rPr lang="de-DE" sz="1200" dirty="0"/>
              <a:t>-🔴 rot=Fehler</a:t>
            </a:r>
          </a:p>
          <a:p>
            <a:r>
              <a:rPr lang="de-DE" sz="1200" dirty="0"/>
              <a:t>-SLOT X/Y: Zeigt die Nummer des gerade belegten Slots an und die verfügbare Anzahl an Slots, falls keine </a:t>
            </a:r>
            <a:r>
              <a:rPr lang="de-DE" sz="1200" dirty="0" err="1"/>
              <a:t>Compilation</a:t>
            </a:r>
            <a:r>
              <a:rPr lang="de-DE" sz="1200" dirty="0"/>
              <a:t> läuft: keine Anzeige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CA469FF-1DDA-9513-721E-FAC18B50DF3C}"/>
              </a:ext>
            </a:extLst>
          </p:cNvPr>
          <p:cNvSpPr txBox="1"/>
          <p:nvPr/>
        </p:nvSpPr>
        <p:spPr>
          <a:xfrm>
            <a:off x="4861443" y="3670092"/>
            <a:ext cx="380081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WS-Indikator (Punkt):</a:t>
            </a:r>
          </a:p>
          <a:p>
            <a:r>
              <a:rPr lang="de-DE" sz="1200" dirty="0"/>
              <a:t>-⚪ Grau: Keine aktive Anfrage.</a:t>
            </a:r>
          </a:p>
          <a:p>
            <a:r>
              <a:rPr lang="de-DE" sz="1200" dirty="0"/>
              <a:t>-🟢 Grün: Aktive </a:t>
            </a:r>
            <a:r>
              <a:rPr lang="de-DE" sz="1200" dirty="0" err="1"/>
              <a:t>WebSocket</a:t>
            </a:r>
            <a:r>
              <a:rPr lang="de-DE" sz="1200" dirty="0"/>
              <a:t>-Verbindung zur Sandbox besteht.</a:t>
            </a:r>
          </a:p>
          <a:p>
            <a:r>
              <a:rPr lang="de-DE" sz="1200" dirty="0"/>
              <a:t>-🔴 Rot: Verbindung unterbrochen oder Sandbox-Fehler.</a:t>
            </a:r>
          </a:p>
          <a:p>
            <a:r>
              <a:rPr lang="de-DE" sz="1200" dirty="0"/>
              <a:t>-DOCKER / LOCAL: Zeigt den </a:t>
            </a:r>
            <a:r>
              <a:rPr lang="de-DE" sz="1200" dirty="0" err="1"/>
              <a:t>gewählteUNOSIM_SIMULATION_MODE</a:t>
            </a:r>
            <a:r>
              <a:rPr lang="de-DE" sz="1200" dirty="0"/>
              <a:t> an; bei WS-Fehler: keine Anzeige.</a:t>
            </a:r>
          </a:p>
          <a:p>
            <a:r>
              <a:rPr lang="de-DE" sz="1200" dirty="0"/>
              <a:t>-#X/Y (Pool-Status): Zeigt den verwendeten Runner an; falls keine Simulation läuft: Anzeige entfällt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7CB8ADCD-E831-B4FB-FDCE-0EDB5B04C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92" y="167342"/>
            <a:ext cx="8424275" cy="949709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CC98F8C6-2AF7-DB36-1493-147CDC25C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92" y="1650379"/>
            <a:ext cx="8550370" cy="855037"/>
          </a:xfrm>
          <a:prstGeom prst="rect">
            <a:avLst/>
          </a:prstGeom>
        </p:spPr>
      </p:pic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650FE8F8-288A-4825-D483-9815F399B3F8}"/>
              </a:ext>
            </a:extLst>
          </p:cNvPr>
          <p:cNvCxnSpPr>
            <a:cxnSpLocks/>
          </p:cNvCxnSpPr>
          <p:nvPr/>
        </p:nvCxnSpPr>
        <p:spPr>
          <a:xfrm>
            <a:off x="836341" y="2163337"/>
            <a:ext cx="1884557" cy="109215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8D2083A4-58C0-0EAC-A12A-A6287C18E57A}"/>
              </a:ext>
            </a:extLst>
          </p:cNvPr>
          <p:cNvCxnSpPr>
            <a:cxnSpLocks/>
          </p:cNvCxnSpPr>
          <p:nvPr/>
        </p:nvCxnSpPr>
        <p:spPr>
          <a:xfrm>
            <a:off x="1773044" y="2163337"/>
            <a:ext cx="3389971" cy="105525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F8CEA1C1-0F6A-9D58-49E9-18382E8360A3}"/>
              </a:ext>
            </a:extLst>
          </p:cNvPr>
          <p:cNvCxnSpPr>
            <a:cxnSpLocks/>
          </p:cNvCxnSpPr>
          <p:nvPr/>
        </p:nvCxnSpPr>
        <p:spPr>
          <a:xfrm>
            <a:off x="2964295" y="2163337"/>
            <a:ext cx="3135423" cy="102298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566EFF39-7AA1-C20D-61B5-38667A085446}"/>
              </a:ext>
            </a:extLst>
          </p:cNvPr>
          <p:cNvCxnSpPr>
            <a:cxnSpLocks/>
          </p:cNvCxnSpPr>
          <p:nvPr/>
        </p:nvCxnSpPr>
        <p:spPr>
          <a:xfrm flipH="1">
            <a:off x="974548" y="2315737"/>
            <a:ext cx="2683053" cy="81208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B1778723-777E-D217-9546-DDF643772A77}"/>
              </a:ext>
            </a:extLst>
          </p:cNvPr>
          <p:cNvCxnSpPr>
            <a:cxnSpLocks/>
          </p:cNvCxnSpPr>
          <p:nvPr/>
        </p:nvCxnSpPr>
        <p:spPr>
          <a:xfrm flipH="1">
            <a:off x="3894369" y="2163337"/>
            <a:ext cx="1190587" cy="105525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1747D644-C6E8-195E-FDF7-A39660A8EB4C}"/>
              </a:ext>
            </a:extLst>
          </p:cNvPr>
          <p:cNvCxnSpPr>
            <a:cxnSpLocks/>
          </p:cNvCxnSpPr>
          <p:nvPr/>
        </p:nvCxnSpPr>
        <p:spPr>
          <a:xfrm>
            <a:off x="6336486" y="2315737"/>
            <a:ext cx="856051" cy="71818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95864834-9F82-5496-4CA7-81A3CE30B975}"/>
              </a:ext>
            </a:extLst>
          </p:cNvPr>
          <p:cNvCxnSpPr>
            <a:cxnSpLocks/>
          </p:cNvCxnSpPr>
          <p:nvPr/>
        </p:nvCxnSpPr>
        <p:spPr>
          <a:xfrm flipH="1">
            <a:off x="7370956" y="2221840"/>
            <a:ext cx="401444" cy="78852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71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orlage4zu3" id="{0A68F447-881F-F648-AA20-63460115F8AD}" vid="{E4CDF2D8-AB54-4843-B38C-D0DA84A503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171</Words>
  <Application>Microsoft Macintosh PowerPoint</Application>
  <PresentationFormat>Bildschirmpräsentation (4:3)</PresentationFormat>
  <Paragraphs>24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-apple-system</vt:lpstr>
      <vt:lpstr>Aptos</vt:lpstr>
      <vt:lpstr>Aptos Display</vt:lpstr>
      <vt:lpstr>Arial</vt:lpstr>
      <vt:lpstr>SF Mono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Tiltmann (ttiltman)</dc:creator>
  <cp:lastModifiedBy>Tom Tiltmann (ttiltman)</cp:lastModifiedBy>
  <cp:revision>1</cp:revision>
  <dcterms:created xsi:type="dcterms:W3CDTF">2026-04-20T08:22:44Z</dcterms:created>
  <dcterms:modified xsi:type="dcterms:W3CDTF">2026-04-21T09:25:48Z</dcterms:modified>
</cp:coreProperties>
</file>